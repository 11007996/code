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基础数据维护" id="{A52A233E-A7C4-4E07-8370-96231AC08F9C}">
          <p14:sldIdLst>
            <p14:sldId id="256"/>
            <p14:sldId id="257"/>
            <p14:sldId id="258"/>
            <p14:sldId id="259"/>
          </p14:sldIdLst>
        </p14:section>
        <p14:section name="呼叫操作" id="{21FB4DAE-274C-4CFE-BBCB-5DF6A2A33C41}">
          <p14:sldIdLst>
            <p14:sldId id="261"/>
            <p14:sldId id="262"/>
            <p14:sldId id="260"/>
          </p14:sldIdLst>
        </p14:section>
        <p14:section name="呼叫看板" id="{C89215D9-C901-4920-96F1-1E6CCC726460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803-9C1B-411F-ABAC-7E68EE8E7128}" type="datetimeFigureOut">
              <a:rPr lang="zh-CN" altLang="en-US" smtClean="0"/>
              <a:t>2025/8/25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DB04-3C55-41AD-B60F-C445BB675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496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803-9C1B-411F-ABAC-7E68EE8E7128}" type="datetimeFigureOut">
              <a:rPr lang="zh-CN" altLang="en-US" smtClean="0"/>
              <a:t>2025/8/25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DB04-3C55-41AD-B60F-C445BB675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350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803-9C1B-411F-ABAC-7E68EE8E7128}" type="datetimeFigureOut">
              <a:rPr lang="zh-CN" altLang="en-US" smtClean="0"/>
              <a:t>2025/8/25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DB04-3C55-41AD-B60F-C445BB675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347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803-9C1B-411F-ABAC-7E68EE8E7128}" type="datetimeFigureOut">
              <a:rPr lang="zh-CN" altLang="en-US" smtClean="0"/>
              <a:t>2025/8/25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DB04-3C55-41AD-B60F-C445BB675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25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803-9C1B-411F-ABAC-7E68EE8E7128}" type="datetimeFigureOut">
              <a:rPr lang="zh-CN" altLang="en-US" smtClean="0"/>
              <a:t>2025/8/25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DB04-3C55-41AD-B60F-C445BB675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24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803-9C1B-411F-ABAC-7E68EE8E7128}" type="datetimeFigureOut">
              <a:rPr lang="zh-CN" altLang="en-US" smtClean="0"/>
              <a:t>2025/8/25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DB04-3C55-41AD-B60F-C445BB675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55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803-9C1B-411F-ABAC-7E68EE8E7128}" type="datetimeFigureOut">
              <a:rPr lang="zh-CN" altLang="en-US" smtClean="0"/>
              <a:t>2025/8/25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DB04-3C55-41AD-B60F-C445BB675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330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803-9C1B-411F-ABAC-7E68EE8E7128}" type="datetimeFigureOut">
              <a:rPr lang="zh-CN" altLang="en-US" smtClean="0"/>
              <a:t>2025/8/25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DB04-3C55-41AD-B60F-C445BB675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271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803-9C1B-411F-ABAC-7E68EE8E7128}" type="datetimeFigureOut">
              <a:rPr lang="zh-CN" altLang="en-US" smtClean="0"/>
              <a:t>2025/8/25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DB04-3C55-41AD-B60F-C445BB675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448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803-9C1B-411F-ABAC-7E68EE8E7128}" type="datetimeFigureOut">
              <a:rPr lang="zh-CN" altLang="en-US" smtClean="0"/>
              <a:t>2025/8/25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DB04-3C55-41AD-B60F-C445BB675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04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803-9C1B-411F-ABAC-7E68EE8E7128}" type="datetimeFigureOut">
              <a:rPr lang="zh-CN" altLang="en-US" smtClean="0"/>
              <a:t>2025/8/25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DB04-3C55-41AD-B60F-C445BB675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795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08803-9C1B-411F-ABAC-7E68EE8E7128}" type="datetimeFigureOut">
              <a:rPr lang="zh-CN" altLang="en-US" smtClean="0"/>
              <a:t>2025/8/25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5DB04-3C55-41AD-B60F-C445BB675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742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0515600" cy="880015"/>
          </a:xfrm>
        </p:spPr>
        <p:txBody>
          <a:bodyPr/>
          <a:lstStyle/>
          <a:p>
            <a:r>
              <a:rPr lang="zh-CN" altLang="en-US" dirty="0" smtClean="0"/>
              <a:t>产线与设备关联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891081" y="1524325"/>
            <a:ext cx="27237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此功能用于将产线与设备关联，需要在呼叫操作之前维护，维护后，可以在呼叫操作面板看到产线下的设备。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1" y="1600602"/>
            <a:ext cx="8258783" cy="43954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532" y="4160853"/>
            <a:ext cx="2775339" cy="18352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右箭头 7"/>
          <p:cNvSpPr/>
          <p:nvPr/>
        </p:nvSpPr>
        <p:spPr>
          <a:xfrm rot="1756578">
            <a:off x="8284352" y="4587506"/>
            <a:ext cx="1471530" cy="1476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8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3011"/>
          </a:xfrm>
        </p:spPr>
        <p:txBody>
          <a:bodyPr/>
          <a:lstStyle/>
          <a:p>
            <a:r>
              <a:rPr lang="zh-CN" altLang="en-US" dirty="0" smtClean="0"/>
              <a:t>产线与区域关联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2317"/>
            <a:ext cx="5859294" cy="374041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7383292" y="365125"/>
            <a:ext cx="44455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区域的定义：广播电脑公放声音的范围。</a:t>
            </a:r>
            <a:endParaRPr lang="en-US" altLang="zh-CN" dirty="0" smtClean="0"/>
          </a:p>
          <a:p>
            <a:r>
              <a:rPr lang="zh-CN" altLang="en-US" dirty="0" smtClean="0"/>
              <a:t>区域的作用：呼叫后通过，不同产线根据所属区域，在区域看板电脑播放广播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104" y="1495981"/>
            <a:ext cx="2465305" cy="26998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104" y="4702911"/>
            <a:ext cx="3392975" cy="17534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右箭头 9"/>
          <p:cNvSpPr/>
          <p:nvPr/>
        </p:nvSpPr>
        <p:spPr>
          <a:xfrm>
            <a:off x="5690681" y="3451868"/>
            <a:ext cx="1556423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修改</a:t>
            </a:r>
            <a:endParaRPr lang="zh-CN" altLang="en-US" dirty="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4747098" y="4027251"/>
            <a:ext cx="5097293" cy="1225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460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288277" cy="957837"/>
          </a:xfrm>
        </p:spPr>
        <p:txBody>
          <a:bodyPr/>
          <a:lstStyle/>
          <a:p>
            <a:r>
              <a:rPr lang="zh-CN" altLang="en-US" dirty="0" smtClean="0"/>
              <a:t>呼叫故障配置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74" y="1690689"/>
            <a:ext cx="6534957" cy="418481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997" y="1690688"/>
            <a:ext cx="4103309" cy="47035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右箭头 5"/>
          <p:cNvSpPr/>
          <p:nvPr/>
        </p:nvSpPr>
        <p:spPr>
          <a:xfrm>
            <a:off x="6498218" y="3266570"/>
            <a:ext cx="1293779" cy="5165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编辑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398851" y="243878"/>
            <a:ext cx="61022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用于配置不同设备的处理时间、解决方案，需要在呼叫操作前提前维护</a:t>
            </a:r>
            <a:endParaRPr lang="en-US" altLang="zh-CN" dirty="0" smtClean="0"/>
          </a:p>
          <a:p>
            <a:r>
              <a:rPr lang="zh-CN" altLang="en-US" dirty="0" smtClean="0"/>
              <a:t>注意，如果对应设备没有维护处理时间，或处理时间为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，表示不会卡控超时。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2225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呼叫通知配置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93" y="1504005"/>
            <a:ext cx="5462082" cy="294862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264" y="365125"/>
            <a:ext cx="4868452" cy="58801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右箭头 5"/>
          <p:cNvSpPr/>
          <p:nvPr/>
        </p:nvSpPr>
        <p:spPr>
          <a:xfrm>
            <a:off x="5342106" y="2548647"/>
            <a:ext cx="1593715" cy="4296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编辑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80222" y="4664257"/>
            <a:ext cx="645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呼叫阶段说明：</a:t>
            </a:r>
            <a:endParaRPr lang="en-US" altLang="zh-CN" dirty="0" smtClean="0"/>
          </a:p>
          <a:p>
            <a:r>
              <a:rPr lang="en-US" altLang="zh-CN" dirty="0" smtClean="0"/>
              <a:t>【</a:t>
            </a:r>
            <a:r>
              <a:rPr lang="zh-CN" altLang="en-US" dirty="0" smtClean="0"/>
              <a:t>接单超时</a:t>
            </a:r>
            <a:r>
              <a:rPr lang="en-US" altLang="zh-CN" dirty="0" smtClean="0"/>
              <a:t>】:</a:t>
            </a:r>
            <a:r>
              <a:rPr lang="zh-CN" altLang="en-US" dirty="0" smtClean="0"/>
              <a:t>产线呼叫了，但超过</a:t>
            </a:r>
            <a:r>
              <a:rPr lang="en-US" altLang="zh-CN" dirty="0" smtClean="0"/>
              <a:t>10</a:t>
            </a:r>
            <a:r>
              <a:rPr lang="zh-CN" altLang="en-US" dirty="0" smtClean="0"/>
              <a:t>分钟无人处理签到。</a:t>
            </a:r>
            <a:endParaRPr lang="en-US" altLang="zh-CN" dirty="0" smtClean="0"/>
          </a:p>
          <a:p>
            <a:r>
              <a:rPr lang="en-US" altLang="zh-CN" dirty="0" smtClean="0"/>
              <a:t>【</a:t>
            </a:r>
            <a:r>
              <a:rPr lang="zh-CN" altLang="en-US" dirty="0" smtClean="0"/>
              <a:t>处理超时</a:t>
            </a:r>
            <a:r>
              <a:rPr lang="en-US" altLang="zh-CN" dirty="0" smtClean="0"/>
              <a:t>】:</a:t>
            </a:r>
            <a:r>
              <a:rPr lang="zh-CN" altLang="en-US" dirty="0" smtClean="0"/>
              <a:t>有人处理了，但超过呼叫故障配置的处理时间。</a:t>
            </a:r>
            <a:endParaRPr lang="en-US" altLang="zh-CN" dirty="0" smtClean="0"/>
          </a:p>
          <a:p>
            <a:r>
              <a:rPr lang="en-US" altLang="zh-CN" dirty="0" smtClean="0"/>
              <a:t>【</a:t>
            </a:r>
            <a:r>
              <a:rPr lang="zh-CN" altLang="en-US" dirty="0" smtClean="0"/>
              <a:t>支援超时</a:t>
            </a:r>
            <a:r>
              <a:rPr lang="en-US" altLang="zh-CN" dirty="0" smtClean="0"/>
              <a:t>】:</a:t>
            </a:r>
            <a:r>
              <a:rPr lang="zh-CN" altLang="en-US" dirty="0" smtClean="0"/>
              <a:t>有人支援了，但超过呼叫故障配置的支援时间。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662869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72" y="1320739"/>
            <a:ext cx="7762673" cy="43756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671210" y="359922"/>
            <a:ext cx="4824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j-lt"/>
              </a:rPr>
              <a:t>呼叫操作面板介绍</a:t>
            </a:r>
            <a:endParaRPr lang="zh-CN" altLang="en-US" sz="3200" dirty="0">
              <a:latin typeface="+mj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501976" y="1200222"/>
            <a:ext cx="35992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相关按钮说明</a:t>
            </a:r>
            <a:endParaRPr lang="en-US" altLang="zh-CN" dirty="0" smtClean="0"/>
          </a:p>
          <a:p>
            <a:r>
              <a:rPr lang="en-US" altLang="zh-CN" dirty="0" smtClean="0"/>
              <a:t>【</a:t>
            </a:r>
            <a:r>
              <a:rPr lang="zh-CN" altLang="en-US" dirty="0" smtClean="0"/>
              <a:t>呼叫</a:t>
            </a:r>
            <a:r>
              <a:rPr lang="en-US" altLang="zh-CN" dirty="0" smtClean="0"/>
              <a:t>】</a:t>
            </a:r>
            <a:r>
              <a:rPr lang="zh-CN" altLang="en-US" dirty="0" smtClean="0"/>
              <a:t>：创建呼叫信息</a:t>
            </a:r>
            <a:endParaRPr lang="en-US" altLang="zh-CN" dirty="0" smtClean="0"/>
          </a:p>
          <a:p>
            <a:r>
              <a:rPr lang="en-US" altLang="zh-CN" dirty="0" smtClean="0"/>
              <a:t>【</a:t>
            </a:r>
            <a:r>
              <a:rPr lang="zh-CN" altLang="en-US" dirty="0" smtClean="0"/>
              <a:t>处理签到</a:t>
            </a:r>
            <a:r>
              <a:rPr lang="en-US" altLang="zh-CN" dirty="0" smtClean="0"/>
              <a:t>】</a:t>
            </a:r>
            <a:r>
              <a:rPr lang="zh-CN" altLang="en-US" dirty="0" smtClean="0"/>
              <a:t>：处理人签到打卡</a:t>
            </a:r>
            <a:endParaRPr lang="en-US" altLang="zh-CN" dirty="0" smtClean="0"/>
          </a:p>
          <a:p>
            <a:r>
              <a:rPr lang="en-US" altLang="zh-CN" dirty="0" smtClean="0"/>
              <a:t>【</a:t>
            </a:r>
            <a:r>
              <a:rPr lang="zh-CN" altLang="en-US" dirty="0" smtClean="0"/>
              <a:t>请求支援</a:t>
            </a:r>
            <a:r>
              <a:rPr lang="en-US" altLang="zh-CN" dirty="0" smtClean="0"/>
              <a:t>】</a:t>
            </a:r>
            <a:r>
              <a:rPr lang="zh-CN" altLang="en-US" dirty="0" smtClean="0"/>
              <a:t>：主动呼叫支援</a:t>
            </a:r>
            <a:endParaRPr lang="en-US" altLang="zh-CN" dirty="0" smtClean="0"/>
          </a:p>
          <a:p>
            <a:r>
              <a:rPr lang="en-US" altLang="zh-CN" dirty="0" smtClean="0"/>
              <a:t>【</a:t>
            </a:r>
            <a:r>
              <a:rPr lang="zh-CN" altLang="en-US" dirty="0" smtClean="0"/>
              <a:t>支援签到</a:t>
            </a:r>
            <a:r>
              <a:rPr lang="en-US" altLang="zh-CN" dirty="0" smtClean="0"/>
              <a:t>】</a:t>
            </a:r>
            <a:r>
              <a:rPr lang="zh-CN" altLang="en-US" dirty="0" smtClean="0"/>
              <a:t>：支援人签到打卡</a:t>
            </a:r>
            <a:endParaRPr lang="en-US" altLang="zh-CN" dirty="0" smtClean="0"/>
          </a:p>
          <a:p>
            <a:r>
              <a:rPr lang="en-US" altLang="zh-CN" dirty="0" smtClean="0"/>
              <a:t>【</a:t>
            </a:r>
            <a:r>
              <a:rPr lang="zh-CN" altLang="en-US" dirty="0" smtClean="0"/>
              <a:t>完成</a:t>
            </a:r>
            <a:r>
              <a:rPr lang="en-US" altLang="zh-CN" dirty="0" smtClean="0"/>
              <a:t>】</a:t>
            </a:r>
            <a:r>
              <a:rPr lang="zh-CN" altLang="en-US" dirty="0" smtClean="0"/>
              <a:t>：解决结束当前呼叫</a:t>
            </a:r>
            <a:endParaRPr lang="en-US" altLang="zh-CN" dirty="0" smtClean="0"/>
          </a:p>
          <a:p>
            <a:r>
              <a:rPr lang="en-US" altLang="zh-CN" dirty="0" smtClean="0"/>
              <a:t>【</a:t>
            </a:r>
            <a:r>
              <a:rPr lang="zh-CN" altLang="en-US" dirty="0" smtClean="0"/>
              <a:t>重置</a:t>
            </a:r>
            <a:r>
              <a:rPr lang="en-US" altLang="zh-CN" dirty="0" smtClean="0"/>
              <a:t>】</a:t>
            </a:r>
            <a:r>
              <a:rPr lang="zh-CN" altLang="en-US" dirty="0" smtClean="0"/>
              <a:t>：清空左侧当前呼叫的信息设置（非结案）</a:t>
            </a:r>
            <a:r>
              <a:rPr lang="en-US" altLang="zh-CN" dirty="0" smtClean="0"/>
              <a:t>,</a:t>
            </a:r>
            <a:r>
              <a:rPr lang="zh-CN" altLang="en-US" dirty="0" smtClean="0"/>
              <a:t>用于多次呼叫时操作时使用。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076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6747"/>
          </a:xfrm>
        </p:spPr>
        <p:txBody>
          <a:bodyPr/>
          <a:lstStyle/>
          <a:p>
            <a:r>
              <a:rPr lang="zh-CN" altLang="en-US" dirty="0" smtClean="0"/>
              <a:t>呼叫指定人员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98" y="1508878"/>
            <a:ext cx="10447202" cy="49395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5564223" y="401833"/>
            <a:ext cx="4630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呼叫原因：需要选择</a:t>
            </a:r>
            <a:r>
              <a:rPr lang="en-US" altLang="zh-CN" dirty="0" smtClean="0"/>
              <a:t>【</a:t>
            </a:r>
            <a:r>
              <a:rPr lang="zh-CN" altLang="en-US" dirty="0" smtClean="0"/>
              <a:t>产品异常</a:t>
            </a:r>
            <a:r>
              <a:rPr lang="en-US" altLang="zh-CN" dirty="0" smtClean="0"/>
              <a:t>】</a:t>
            </a:r>
          </a:p>
          <a:p>
            <a:r>
              <a:rPr lang="zh-CN" altLang="en-US" dirty="0" smtClean="0"/>
              <a:t>部门：通过部门过滤人员并显示人员，需要提前维护员工的部门信息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3484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1341" y="345670"/>
            <a:ext cx="10515600" cy="957837"/>
          </a:xfrm>
        </p:spPr>
        <p:txBody>
          <a:bodyPr/>
          <a:lstStyle/>
          <a:p>
            <a:r>
              <a:rPr lang="zh-CN" altLang="en-US" dirty="0" smtClean="0"/>
              <a:t>呼叫记录查询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41" y="1303507"/>
            <a:ext cx="8785899" cy="48425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9591472" y="1381328"/>
            <a:ext cx="19260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默认显示当天的呼叫</a:t>
            </a:r>
            <a:r>
              <a:rPr lang="zh-CN" altLang="en-US" dirty="0" smtClean="0"/>
              <a:t>数据。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【</a:t>
            </a:r>
            <a:r>
              <a:rPr lang="zh-CN" altLang="en-US" dirty="0" smtClean="0"/>
              <a:t>停止</a:t>
            </a:r>
            <a:r>
              <a:rPr lang="en-US" altLang="zh-CN" dirty="0" smtClean="0"/>
              <a:t>】</a:t>
            </a:r>
            <a:r>
              <a:rPr lang="zh-CN" altLang="en-US" dirty="0" smtClean="0"/>
              <a:t>：用于中止未结案的呼叫记录。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382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130685" cy="734101"/>
          </a:xfrm>
        </p:spPr>
        <p:txBody>
          <a:bodyPr/>
          <a:lstStyle/>
          <a:p>
            <a:r>
              <a:rPr lang="zh-CN" altLang="en-US" dirty="0" smtClean="0"/>
              <a:t>呼叫看板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757" y="1099226"/>
            <a:ext cx="8863519" cy="498111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216" y="1187761"/>
            <a:ext cx="565202" cy="5182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16" y="1741564"/>
            <a:ext cx="565202" cy="53505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865060" y="458188"/>
            <a:ext cx="2034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关于页面的文字转语音权限问题：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0615088" y="1262197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禁用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启用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865060" y="2392998"/>
            <a:ext cx="220696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默认页面的语音权限是被禁用的，这是浏览器的安全策略；可以通过</a:t>
            </a:r>
            <a:r>
              <a:rPr lang="zh-CN" altLang="en-US" dirty="0" smtClean="0">
                <a:solidFill>
                  <a:srgbClr val="FF0000"/>
                </a:solidFill>
              </a:rPr>
              <a:t>点击键盘的任意按键</a:t>
            </a:r>
            <a:r>
              <a:rPr lang="zh-CN" altLang="en-US" dirty="0" smtClean="0"/>
              <a:t>或</a:t>
            </a:r>
            <a:r>
              <a:rPr lang="zh-CN" altLang="en-US" dirty="0" smtClean="0">
                <a:solidFill>
                  <a:srgbClr val="FF0000"/>
                </a:solidFill>
              </a:rPr>
              <a:t>鼠标点击页面任意位置</a:t>
            </a:r>
            <a:r>
              <a:rPr lang="zh-CN" altLang="en-US" dirty="0" smtClean="0"/>
              <a:t>来触发开启语音的权限，成功开启后状态图标会显示为绿色图标。</a:t>
            </a:r>
            <a:endParaRPr lang="en-US" altLang="zh-CN" dirty="0" smtClean="0"/>
          </a:p>
          <a:p>
            <a:r>
              <a:rPr lang="zh-CN" altLang="en-US" dirty="0" smtClean="0"/>
              <a:t>每次刷新页面或打开页面都需要重新触发权限开启。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844188" y="596687"/>
            <a:ext cx="36086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http://172.18.20.84:8080/02C1/call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1135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397</Words>
  <Application>Microsoft Office PowerPoint</Application>
  <PresentationFormat>宽屏</PresentationFormat>
  <Paragraphs>39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产线与设备关联</vt:lpstr>
      <vt:lpstr>产线与区域关联</vt:lpstr>
      <vt:lpstr>呼叫故障配置</vt:lpstr>
      <vt:lpstr>呼叫通知配置</vt:lpstr>
      <vt:lpstr>PowerPoint 演示文稿</vt:lpstr>
      <vt:lpstr>呼叫指定人员</vt:lpstr>
      <vt:lpstr>呼叫记录查询</vt:lpstr>
      <vt:lpstr>呼叫看板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产线与设备关联</dc:title>
  <dc:creator>Wenbo Liu2(LUXSHARE-ICT)</dc:creator>
  <cp:lastModifiedBy>Wenbo Liu2(LUXSHARE-ICT)</cp:lastModifiedBy>
  <cp:revision>22</cp:revision>
  <dcterms:created xsi:type="dcterms:W3CDTF">2025-08-25T04:12:31Z</dcterms:created>
  <dcterms:modified xsi:type="dcterms:W3CDTF">2025-08-25T06:54:25Z</dcterms:modified>
</cp:coreProperties>
</file>